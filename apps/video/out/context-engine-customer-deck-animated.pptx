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7af0889b354229" /><Relationship Type="http://schemas.openxmlformats.org/officeDocument/2006/relationships/extended-properties" Target="/docProps/app.xml" Id="Re9c1bea017e74675" /><Relationship Type="http://schemas.openxmlformats.org/officeDocument/2006/relationships/officeDocument" Target="/ppt/presentation.xml" Id="Rea926785ff3c4d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ff654c4b94ca3"/>
  </p:sldMasterIdLst>
  <p:notesMasterIdLst>
    <p:notesMasterId xmlns:r="http://schemas.openxmlformats.org/officeDocument/2006/relationships" r:id="R4e5277f499724829"/>
  </p:notesMasterIdLst>
  <p:sldIdLst>
    <p:sldId xmlns:r="http://schemas.openxmlformats.org/officeDocument/2006/relationships" id="256" r:id="Red016ff9144740e6"/>
    <p:sldId xmlns:r="http://schemas.openxmlformats.org/officeDocument/2006/relationships" id="257" r:id="R12f4a0f04de247fb"/>
    <p:sldId xmlns:r="http://schemas.openxmlformats.org/officeDocument/2006/relationships" id="258" r:id="R9f3f3e98d50c40b2"/>
    <p:sldId xmlns:r="http://schemas.openxmlformats.org/officeDocument/2006/relationships" id="259" r:id="R4ea990ce7472484a"/>
    <p:sldId xmlns:r="http://schemas.openxmlformats.org/officeDocument/2006/relationships" id="260" r:id="R6c7b05acc4024d9b"/>
    <p:sldId xmlns:r="http://schemas.openxmlformats.org/officeDocument/2006/relationships" id="261" r:id="Rcf63030e848c4ea8"/>
    <p:sldId xmlns:r="http://schemas.openxmlformats.org/officeDocument/2006/relationships" id="262" r:id="R849f8abad641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3cfe3cbc4041e3" /><Relationship Type="http://schemas.openxmlformats.org/officeDocument/2006/relationships/slideMaster" Target="/ppt/slideMasters/slideMaster1.xml" Id="Rf25ff654c4b94ca3" /><Relationship Type="http://schemas.openxmlformats.org/officeDocument/2006/relationships/notesMaster" Target="/ppt/notesMasters/notesMaster1.xml" Id="R4e5277f499724829" /><Relationship Type="http://schemas.openxmlformats.org/officeDocument/2006/relationships/presProps" Target="/ppt/presProps.xml" Id="Reb1598ebf6764a81" /><Relationship Type="http://schemas.openxmlformats.org/officeDocument/2006/relationships/tableStyles" Target="/ppt/tableStyles.xml" Id="R10e0df4ab4894453" /><Relationship Type="http://schemas.openxmlformats.org/officeDocument/2006/relationships/slide" Target="/ppt/slides/slide1.xml" Id="Red016ff9144740e6" /><Relationship Type="http://schemas.openxmlformats.org/officeDocument/2006/relationships/slide" Target="/ppt/slides/slide2.xml" Id="R12f4a0f04de247fb" /><Relationship Type="http://schemas.openxmlformats.org/officeDocument/2006/relationships/slide" Target="/ppt/slides/slide3.xml" Id="R9f3f3e98d50c40b2" /><Relationship Type="http://schemas.openxmlformats.org/officeDocument/2006/relationships/slide" Target="/ppt/slides/slide4.xml" Id="R4ea990ce7472484a" /><Relationship Type="http://schemas.openxmlformats.org/officeDocument/2006/relationships/slide" Target="/ppt/slides/slide5.xml" Id="R6c7b05acc4024d9b" /><Relationship Type="http://schemas.openxmlformats.org/officeDocument/2006/relationships/slide" Target="/ppt/slides/slide6.xml" Id="Rcf63030e848c4ea8" /><Relationship Type="http://schemas.openxmlformats.org/officeDocument/2006/relationships/slide" Target="/ppt/slides/slide7.xml" Id="R849f8abad641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29e951e96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146c5e2184d3d" /><Relationship Type="http://schemas.openxmlformats.org/officeDocument/2006/relationships/notesMaster" Target="/ppt/notesMasters/notesMaster1.xml" Id="R18f602fb661348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73c11541014953" /><Relationship Type="http://schemas.openxmlformats.org/officeDocument/2006/relationships/notesMaster" Target="/ppt/notesMasters/notesMaster1.xml" Id="R0637f7709c154c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cf93d994d4ba5" /><Relationship Type="http://schemas.openxmlformats.org/officeDocument/2006/relationships/notesMaster" Target="/ppt/notesMasters/notesMaster1.xml" Id="R9ce9537071534c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3604b820544ddd" /><Relationship Type="http://schemas.openxmlformats.org/officeDocument/2006/relationships/notesMaster" Target="/ppt/notesMasters/notesMaster1.xml" Id="Re5d899617c4745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0f0a710954aba" /><Relationship Type="http://schemas.openxmlformats.org/officeDocument/2006/relationships/notesMaster" Target="/ppt/notesMasters/notesMaster1.xml" Id="R8250e4f59f88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7ec7f403d44ce" /><Relationship Type="http://schemas.openxmlformats.org/officeDocument/2006/relationships/notesMaster" Target="/ppt/notesMasters/notesMaster1.xml" Id="Rd5475d58049146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0f9a56544a4d88" /><Relationship Type="http://schemas.openxmlformats.org/officeDocument/2006/relationships/notesMaster" Target="/ppt/notesMasters/notesMaster1.xml" Id="R0f1668745965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开场先建立产品定位：这不是一个简单的向量数据库，而是一套以证据为基础、可追溯、可治理的智能体记忆系统。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video: apps/video/out/memory-engine-demo.mp4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解释主链路：Agent 或连接器先写入 MemoryEvent，系统把原始证据落到 Data Lake，再融合成 FactItem，最后进入 STM 准入。强调事实生成在记忆准入之前。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apps/video/src/MemoryEngineVideo.tsx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逐项解释 STM 的七类准入信号。重点说明敏感信息不是依靠模型自行判断，而是由系统规则决定 rejected 或 pending_confirm。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prompt: STM到LTM七维评分Prompt.md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graph store 是召回的组成部分，不是事后展示。关键词、向量、图邻域、时间和反馈共同形成候选排序，冲突关系会继续传播到 Context Pack。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change: openspec/changes/add-memory-graph-query-api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 Dreaming 的调度和抢占机制：后台任务可以暂停并从 checkpoint 恢复，前台用户交互始终优先。巩固成功时 LTM 接管来源事实和证据关系。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design: Context-Engine-做梦巩固调度机制实现方案.md</a:t>
            </a:r>
          </a:p>
          <a:p xmlns:a="http://schemas.openxmlformats.org/drawingml/2006/main">
            <a:r>
              <a:t>- Internal source: apps/backend/src/modules/context-engine/dreaming-worker.ts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R2 组装层如何分配 token 预算。Context Pack 同时输出 citations、conflicts、compressionSteps 和 dropped reasons，使 Agent 能够在有限窗口中使用最重要的上下文。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apps/backend/src/modules/context-engine/assemble-context.ts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收束时把技术能力转译成客户价值：证据可回链、关系可计算、权限可治理、过程可审计。根据客户场景进入问答或演示真实调试台。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documentation: PRD.md</a:t>
            </a:r>
          </a:p>
          <a:p xmlns:a="http://schemas.openxmlformats.org/drawingml/2006/main"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e2ff05ba3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e514645004055" /><Relationship Type="http://schemas.openxmlformats.org/officeDocument/2006/relationships/slideLayout" Target="/ppt/slideLayouts/slideLayout1.xml" Id="R0c986ee7d82944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986ee7d82944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555394d694828" /><Relationship Type="http://schemas.openxmlformats.org/officeDocument/2006/relationships/image" Target="/ppt/media/image.gif" Id="R8c6e7b2521134dd1" /><Relationship Type="http://schemas.openxmlformats.org/officeDocument/2006/relationships/notesSlide" Target="/ppt/notesSlides/notesSlide1.xml" Id="R6ab488585c1e46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dd430aa1a44cf" /><Relationship Type="http://schemas.openxmlformats.org/officeDocument/2006/relationships/image" Target="/ppt/media/image2.gif" Id="R22bb80af5be34c22" /><Relationship Type="http://schemas.openxmlformats.org/officeDocument/2006/relationships/notesSlide" Target="/ppt/notesSlides/notesSlide2.xml" Id="Rac1718b4cb6c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55d98ead342cb" /><Relationship Type="http://schemas.openxmlformats.org/officeDocument/2006/relationships/image" Target="/ppt/media/image3.gif" Id="Rf9421ed826394afc" /><Relationship Type="http://schemas.openxmlformats.org/officeDocument/2006/relationships/notesSlide" Target="/ppt/notesSlides/notesSlide3.xml" Id="Ref67e3cd4bdf4b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21f7a8e594bfe" /><Relationship Type="http://schemas.openxmlformats.org/officeDocument/2006/relationships/image" Target="/ppt/media/image4.gif" Id="R87ac3dfca7b04837" /><Relationship Type="http://schemas.openxmlformats.org/officeDocument/2006/relationships/notesSlide" Target="/ppt/notesSlides/notesSlide4.xml" Id="Ra7aa6edf8c3d4f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4be493124780" /><Relationship Type="http://schemas.openxmlformats.org/officeDocument/2006/relationships/image" Target="/ppt/media/image5.gif" Id="R9e4003b1f72f414a" /><Relationship Type="http://schemas.openxmlformats.org/officeDocument/2006/relationships/notesSlide" Target="/ppt/notesSlides/notesSlide5.xml" Id="R2e9eac2c98df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b5076c5e437a" /><Relationship Type="http://schemas.openxmlformats.org/officeDocument/2006/relationships/image" Target="/ppt/media/image6.gif" Id="R8e552e9add364267" /><Relationship Type="http://schemas.openxmlformats.org/officeDocument/2006/relationships/notesSlide" Target="/ppt/notesSlides/notesSlide6.xml" Id="R7d3193fa7153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44785311462d" /><Relationship Type="http://schemas.openxmlformats.org/officeDocument/2006/relationships/notesSlide" Target="/ppt/notesSlides/notesSlide7.xml" Id="R5b7e5831dfa743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e7b2521134d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E52FA-CCAD-4ED1-9017-A7F6DE3B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47675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541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37F09-585F-46A2-98DD-EBC4C42A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F2F4"/>
                </a:solidFill>
              </a:defRPr>
            </a:pPr>
            <a:r>
              <a:rPr sz="1350" b="1">
                <a:solidFill>
                  <a:srgbClr val="E8F2F4"/>
                </a:solidFill>
              </a:rPr>
              <a:t>客户技术介绍 · 动态可视化版</a:t>
            </a:r>
          </a:p>
        </p:txBody>
      </p:sp>
    </p:spTree>
    <p:extLst>
      <p:ext uri="{BB962C8B-B14F-4D97-AF65-F5344CB8AC3E}">
        <p14:creationId xmlns:p14="http://schemas.microsoft.com/office/powerpoint/2010/main" val="15430939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b80af5be34c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1F581-42C5-4ED9-AABF-705ADF2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57300"/>
            <a:ext cx="35242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8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akeaway-先保留证据，再生成记忆">
            <a:extLst xmlns:a="http://schemas.openxmlformats.org/drawingml/2006/main">
              <a:ext uri="{FF2B5EF4-FFF2-40B4-BE49-F238E27FC236}">
                <a16:creationId xmlns:a16="http://schemas.microsoft.com/office/drawing/2014/main" id="{EEC50618-9F40-403A-B3D0-4EA1F6F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952750" cy="31432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54CB8-344D-4E56-83DE-C1760E1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客户应记住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82FA-A926-4F34-9534-4F302E61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249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先保留证据，再生成记忆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EE1F3-BB38-4917-B430-0D63305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6AC75-A93B-4C55-8B11-E3A8E68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MemoryEvent 入口统一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3814A-6358-4CA3-B98D-3892A9A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F3421-288B-47E5-A695-B9C8203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SourceRef 与权限快照随链路传递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58E13-6B2A-4FB2-A79A-64F4E8CB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601D6-A131-46FC-B6FD-79B4359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4335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失败和不支持模态仍可审计重放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4F6E9-BE1A-4F69-9AF3-6B0DBBBC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53775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21ed826394a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494DB-526F-4B8F-8848-48CD8C8D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990850" cy="3429000"/>
          </a:xfrm>
          <a:prstGeom xmlns:a="http://schemas.openxmlformats.org/drawingml/2006/main" prst="roundRect">
            <a:avLst>
              <a:gd name="adj" fmla="val 1911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B79A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4121-7208-44E9-B25D-7A405F5F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不是所有事实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都应该变成记忆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954F1-4FC2-44CA-AE8C-76CDF02F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79AFF"/>
                </a:solidFill>
              </a:defRPr>
            </a:pPr>
            <a:r>
              <a:rPr sz="1200" b="1">
                <a:solidFill>
                  <a:srgbClr val="B79AFF"/>
                </a:solidFill>
              </a:rPr>
              <a:t>准入结果可解释、可追责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69C9C-DD11-4745-AA39-9578C5EC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C8A85-91DA-497A-8086-C1F1782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重要性与置信度决定价值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927F6-C37C-4D00-BF78-ECEC21EF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4E0FA-4BF3-4E61-9775-2906E05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敏感性与权限构成硬边界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31D41-9BB9-4554-AF89-682680C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99099-9CC9-4D21-B106-E466B98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命中规则和拒绝原因进入审计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1136B-34ED-471C-A9F3-7775CD9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80050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c3dfca7b0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65F4-322F-4143-8483-1563C49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1051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4BD39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76874-9E74-4FC6-AF1D-B1D237E4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609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混合检索解决的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不是‘相似’，而是‘相关’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C80C3-FC60-43AB-85D4-A9028F0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关键词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F6AA-94DF-45A0-87D3-BA953D9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语义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23EFA-3513-4512-A23B-77764F86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2A3FA-F517-4556-BFB2-14904B84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图关系把 supports、updates、conflicts_with 直接带入召回结果。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BC3E0-5527-49CA-9E50-4509EFF8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9338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003b1f72f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9ED21-71BD-4A51-82F6-8F998DE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181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FFBD6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4F613-025D-46B8-9CDC-F62AB22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Dreaming 把短期价值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转成长期资产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123B4-8C91-4737-B56A-24B1D75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23:00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A0950-B99C-48F9-9780-8D9998E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每日北京时间自动触发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5009D-DFE4-495F-B0CA-D35FC640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1 STM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1529-3C95-4032-AE47-0FE28021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每次模型请求只处理一条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C28C0-C98A-4006-BCF7-CCDC060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BD39B"/>
                </a:solidFill>
              </a:defRPr>
            </a:pPr>
            <a:r>
              <a:rPr sz="1275" b="1">
                <a:solidFill>
                  <a:srgbClr val="4BD39B"/>
                </a:solidFill>
              </a:rPr>
              <a:t>3 PATHS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10A48-BCCF-44A6-B973-A6D43710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767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consolidate / observe / drop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7FE8F-A2D8-4C17-980B-F4DECAA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09874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2e9add3642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B704-3F7C-407D-9504-31724FD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3352800" cy="35433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071018">
              <a:alpha val="88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85B0-D5C5-41A9-837A-8008EA54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288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模型看到的不是记忆列表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而是预算编排后的上下文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0ED64-3022-480A-BC1A-B087B69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4480-A055-4C73-B665-79CCA822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稳定画像与长期偏好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3588-7A32-4A6E-B45C-914E07A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A0099-025C-4FDB-B548-DA86D9C1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与当前任务最相关的事实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FFA5E-04ED-41EE-98DD-EE3F126A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10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CONFLICTS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0B053-9039-4764-97AB-692E0AC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52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不兼容主张显式提示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4E41B-CB59-4BE1-8026-057C366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672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04C34-0AD8-422B-9BC4-420C46A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每条结论都可回链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C18B5-A559-4F61-8056-E1121719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1641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84CD6-9486-4EDF-88BE-939C6F7C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83B79-8B5A-41B0-813A-A9344AA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NEXCORE / CONTEXT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0424A-ADB5-4BCE-80CD-2061ECDB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一套让智能体记得住，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也解释得清的记忆基础设施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30D1-CA45-44F0-A0D7-6F9E0B36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88A0AA"/>
                </a:solidFill>
              </a:defRPr>
            </a:pPr>
            <a:r>
              <a:rPr sz="1650" b="0">
                <a:solidFill>
                  <a:srgbClr val="88A0AA"/>
                </a:solidFill>
              </a:rPr>
              <a:t>客户最终获得的不是更多上下文，而是更可信的上下文。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5C7F-B34D-406E-A025-9AA2AF3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ED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7F152-8F76-40CE-9A95-E660BE14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F558-F728-44FA-ABFA-DF5CA6E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原始来源持续可回链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B7D4F-5F9A-4405-9D29-4999F684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4BD3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A42DE-81A5-4E93-9633-F9240C5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BD39B"/>
                </a:solidFill>
              </a:defRPr>
            </a:pPr>
            <a:r>
              <a:rPr sz="975" b="1">
                <a:solidFill>
                  <a:srgbClr val="4BD39B"/>
                </a:solidFill>
              </a:rPr>
              <a:t>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95130-0776-497A-A6B7-3587713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支持、更新与冲突可计算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A0411-09AB-46CC-946A-33B19776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B79A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0B255-CB1C-476C-AFF1-14142E8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79AFF"/>
                </a:solidFill>
              </a:defRPr>
            </a:pPr>
            <a:r>
              <a:rPr sz="975" b="1">
                <a:solidFill>
                  <a:srgbClr val="B79AFF"/>
                </a:solidFill>
              </a:rPr>
              <a:t>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9A530-F9D4-4A1E-BB10-92A58838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权限和敏感性贯穿全链路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69C7-A65C-4CD7-B734-4150F77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24003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822">
              <a:alpha val="92000"/>
            </a:srgbClr>
          </a:solidFill>
          <a:ln xmlns:a="http://schemas.openxmlformats.org/drawingml/2006/main" w="9525">
            <a:solidFill>
              <a:srgbClr val="FFBD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86DBC-7E02-4293-BF97-D01A1F84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8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D68"/>
                </a:solidFill>
              </a:defRPr>
            </a:pPr>
            <a:r>
              <a:rPr sz="975" b="1">
                <a:solidFill>
                  <a:srgbClr val="FFBD68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A0F9B-7496-4395-9B45-AC491E29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101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每次抽取、准入和压缩都有 trace</a:t>
            </a:r>
          </a:p>
        </p:txBody>
      </p:sp>
    </p:spTree>
    <p:extLst>
      <p:ext uri="{BB962C8B-B14F-4D97-AF65-F5344CB8AC3E}">
        <p14:creationId xmlns:p14="http://schemas.microsoft.com/office/powerpoint/2010/main" val="1560412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2026-08-07T10:17:35.9500000Z</dcterms:created>
  <dcterms:modified xsi:type="dcterms:W3CDTF">2026-08-07T10:17:35.9500000Z</dcterms:modified>
</coreProperties>
</file>